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2" r:id="rId4"/>
    <p:sldId id="264" r:id="rId5"/>
    <p:sldId id="265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客户侧" id="{A1CFD536-9DDE-4049-98EA-EE62ECA22FEE}">
          <p14:sldIdLst>
            <p14:sldId id="258"/>
            <p14:sldId id="260"/>
            <p14:sldId id="262"/>
            <p14:sldId id="264"/>
          </p14:sldIdLst>
        </p14:section>
        <p14:section name="后台侧" id="{16EC0DC5-0A71-46E5-9BBF-B87C585A4B4C}">
          <p14:sldIdLst>
            <p14:sldId id="265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96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89622-B099-2DC1-E92D-2B4AEB938C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907F8DA-E88E-CB67-B2C4-63C48258F6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154697-BF9C-EB0B-F94C-D4AA040D9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6325-4CD3-41EB-B004-37F927C400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159FAA-E474-D98B-D624-479B3B11C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1BABDD-6CF0-CB34-F8C2-58C1C622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B62E-9C71-4AF9-B0DD-E266ED4D4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310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2D65E8-50BA-78A2-26D2-5E73D811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0AF01B-C458-45B4-3548-6AB8FAC68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880E55-6F83-F20C-91AE-109D41D3F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6325-4CD3-41EB-B004-37F927C400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F54859-13E9-E54B-2FA5-224E2D794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1500E9-80FF-3D09-9928-0BE37B137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B62E-9C71-4AF9-B0DD-E266ED4D4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44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60A595-7AE6-4492-1847-47C9C2718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E0C306-6F78-84C5-17F3-65A300334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F39244-71D5-5F30-AC25-848AF60E1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6325-4CD3-41EB-B004-37F927C400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0FC625-9194-A0EF-AA66-D8B9232F9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C997B6-AAAC-2EC4-8BBE-30A8AB28F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B62E-9C71-4AF9-B0DD-E266ED4D4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973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F6D17-4515-5595-72E6-5269A18F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9693BB-4DEA-3A24-AE95-D81CB9FFF3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8EF80E-9E97-DF42-180B-06A43D696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30DD50-43B4-7DB3-573E-2611C492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6325-4CD3-41EB-B004-37F927C400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6DAD6F-F5AA-2E85-1739-6C4BCA39C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5DA8A6-ECA4-BA15-5E28-40AC24599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B62E-9C71-4AF9-B0DD-E266ED4D4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634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DA4A1-649C-4A5F-DA19-CD2BCD3F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83CEC6-6169-F533-BFFD-1D2BA8239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2C4D75-E9F0-DCC3-8D64-87296D69A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FBC285-D65E-1D58-11DD-4457B2D2E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80E8040-E9D9-65B2-0CE7-64C592FFC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CCEFCC5-A6D8-DEE8-AA3D-5CA010CB6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6325-4CD3-41EB-B004-37F927C400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24E787F-9A50-D147-D0A7-5D41F9E55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D4FBCD-407F-457C-C91A-C7ABE15AE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B62E-9C71-4AF9-B0DD-E266ED4D4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291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FA2F72-2C41-44B5-E4C5-D295816B6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0F9CC6-291E-FFF0-8A49-85099F816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6325-4CD3-41EB-B004-37F927C400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A5242F-C68E-57DF-97A6-915A16EBE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2FB44ED-00A7-8B82-A3DF-2DB7D187A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B62E-9C71-4AF9-B0DD-E266ED4D4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279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F69AA0D-2230-6D1A-A31D-C30A8116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6325-4CD3-41EB-B004-37F927C400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D0A1FA5-1FF6-6039-5918-E73BEA3F8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C0E4C0-84EC-6F3E-1A3E-EB27D1F75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B62E-9C71-4AF9-B0DD-E266ED4D4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446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5C87F6-4DCC-53B7-EF48-70DB539E8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9EA2DD-1677-6A43-083A-212A65CBD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6D981E-B21B-D17D-75B8-13FDF7D22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F9B9D3-7991-157A-E5A6-3767D31A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6325-4CD3-41EB-B004-37F927C400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5EFBED-320F-B9D7-58BD-74ADDA686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EA236B-18E7-F2C9-C6FE-ECA9E600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B62E-9C71-4AF9-B0DD-E266ED4D4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610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D4D424-AD30-3DFB-DAC0-9742C7527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67AC94C-8643-FA42-01ED-56C2961FAD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D085BF-826F-1BE4-4616-718FDC93F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0C7F28-2267-2C8C-FC16-03864460A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6325-4CD3-41EB-B004-37F927C400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437C62-EA0D-C1E5-BF11-51DB114DC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7A45FE-14E9-73B9-D923-1BF87EDC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B62E-9C71-4AF9-B0DD-E266ED4D4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193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8C4DBD-8D7A-7946-28B9-DFA5AA621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65E74C-14B5-5E55-96B5-B76DB2E5D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7DA31-80C3-6A97-2A36-F340389D0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6325-4CD3-41EB-B004-37F927C400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1711D2-155D-4BFD-D50D-41275EEB1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F21716-DD3A-8C2A-C99B-742302F77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B62E-9C71-4AF9-B0DD-E266ED4D4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9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73FBF64-1778-B3AF-BCBB-69D35317A5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9D0E49-D8FA-EC3E-E5E8-643A17D5E5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CFF002-A37F-478F-04BC-F77530E5D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6325-4CD3-41EB-B004-37F927C400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EA9A64-BFAA-D7CF-2733-1EA86FEA3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13955B-C712-8004-22FB-FA2918C2B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B62E-9C71-4AF9-B0DD-E266ED4D4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53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26CCBA-DC24-F524-F745-E2A20AAA8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C9C831-28B0-1CBC-4DBA-2B7B754C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E7B9F5-0972-6A6F-F855-BA67EDA912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56325-4CD3-41EB-B004-37F927C4007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F2DFB3-7ECC-B01F-50A0-0B85A495BB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B478C6-1F74-C9BB-A6C7-275796AF7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AB62E-9C71-4AF9-B0DD-E266ED4D4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002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449C0A4-B958-7E35-229F-C3AC09EBD742}"/>
              </a:ext>
            </a:extLst>
          </p:cNvPr>
          <p:cNvSpPr txBox="1"/>
          <p:nvPr/>
        </p:nvSpPr>
        <p:spPr>
          <a:xfrm>
            <a:off x="254300" y="31381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预订页面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09047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59BEF-7AD0-B88E-DA9E-E5ACD137D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0047FB7-5991-26CA-9BF5-FB23656A5842}"/>
              </a:ext>
            </a:extLst>
          </p:cNvPr>
          <p:cNvSpPr txBox="1"/>
          <p:nvPr/>
        </p:nvSpPr>
        <p:spPr>
          <a:xfrm>
            <a:off x="254300" y="31381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信息填写页面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16532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6B4CA-4181-47B6-6A51-F08344BC8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DA9B30A-2009-1B61-4928-30AA4D1D1AAB}"/>
              </a:ext>
            </a:extLst>
          </p:cNvPr>
          <p:cNvSpPr txBox="1"/>
          <p:nvPr/>
        </p:nvSpPr>
        <p:spPr>
          <a:xfrm>
            <a:off x="254300" y="31381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付款页面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55769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91B29-F74B-280B-2C8F-A93DFD9E2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401B190-3890-7EB7-4552-BD31C8CC47B1}"/>
              </a:ext>
            </a:extLst>
          </p:cNvPr>
          <p:cNvSpPr txBox="1"/>
          <p:nvPr/>
        </p:nvSpPr>
        <p:spPr>
          <a:xfrm>
            <a:off x="254300" y="31381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凭据页面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26749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71707-4E40-9D4F-B520-ECFA687FF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81C2386-04B9-CD33-1E26-68E613664A1B}"/>
              </a:ext>
            </a:extLst>
          </p:cNvPr>
          <p:cNvSpPr txBox="1"/>
          <p:nvPr/>
        </p:nvSpPr>
        <p:spPr>
          <a:xfrm>
            <a:off x="254300" y="313818"/>
            <a:ext cx="1632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 管理登录页面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18011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F640D-0021-C355-FDE2-B359F30D1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7C93331-A538-7AA1-A721-04496E830CFF}"/>
              </a:ext>
            </a:extLst>
          </p:cNvPr>
          <p:cNvSpPr txBox="1"/>
          <p:nvPr/>
        </p:nvSpPr>
        <p:spPr>
          <a:xfrm>
            <a:off x="254300" y="31381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管理主页面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99244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83E6E-0187-10F9-FD67-B3C06E1E1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84BB115-CC8E-6842-D01E-E470978D451C}"/>
              </a:ext>
            </a:extLst>
          </p:cNvPr>
          <p:cNvSpPr txBox="1"/>
          <p:nvPr/>
        </p:nvSpPr>
        <p:spPr>
          <a:xfrm>
            <a:off x="254300" y="31381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配货页面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90437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F12E8-51C8-3921-AB92-71DDCF867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26EB83B-04F9-4E73-6D11-3210FB849748}"/>
              </a:ext>
            </a:extLst>
          </p:cNvPr>
          <p:cNvSpPr txBox="1"/>
          <p:nvPr/>
        </p:nvSpPr>
        <p:spPr>
          <a:xfrm>
            <a:off x="254300" y="31381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送货页面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01369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38</Words>
  <Application>Microsoft Office PowerPoint</Application>
  <PresentationFormat>宽屏</PresentationFormat>
  <Paragraphs>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柯 墨</dc:creator>
  <cp:lastModifiedBy>柯 墨</cp:lastModifiedBy>
  <cp:revision>2</cp:revision>
  <dcterms:created xsi:type="dcterms:W3CDTF">2025-12-01T19:06:10Z</dcterms:created>
  <dcterms:modified xsi:type="dcterms:W3CDTF">2025-12-02T19:48:14Z</dcterms:modified>
</cp:coreProperties>
</file>